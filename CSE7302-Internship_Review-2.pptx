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6" r:id="rId2"/>
    <p:sldId id="270" r:id="rId3"/>
    <p:sldId id="277" r:id="rId4"/>
    <p:sldId id="278" r:id="rId5"/>
    <p:sldId id="279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80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Sanctions Screening Engine Developed</a:t>
          </a:r>
        </a:p>
        <a:p>
          <a:pPr algn="ctr">
            <a:buFont typeface="Arial" panose="020B0604020202020204" pitchFamily="34" charset="0"/>
            <a:buChar char="•"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Sync and System Health Monitoring</a:t>
          </a:r>
        </a:p>
        <a:p>
          <a:pPr algn="ctr">
            <a:buFont typeface="Arial" panose="020B0604020202020204" pitchFamily="34" charset="0"/>
            <a:buChar char="•"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 setup and Technology Stack finalization.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Code migration and Database setup on Server </a:t>
          </a:r>
        </a:p>
        <a:p>
          <a:pPr algn="ctr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Creation of system services on server for 24/7 runtime</a:t>
          </a:r>
        </a:p>
        <a:p>
          <a:pPr algn="ctr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API Endpoints creation with Frontend Development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ctr"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Authorization and Logging expected to be completed</a:t>
          </a:r>
        </a:p>
        <a:p>
          <a:pPr algn="ctr"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Begin work on next project: Fraud and Risk Management System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2ADD6AD-8E86-44D1-9F68-BB119F1008F7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gm:t>
    </dgm:pt>
    <dgm:pt modelId="{838E851B-9BF0-439E-8829-BD88B08257C0}" type="parTrans" cxnId="{253224B8-C7CE-44E0-BF25-2F8538CC4106}">
      <dgm:prSet/>
      <dgm:spPr/>
      <dgm:t>
        <a:bodyPr/>
        <a:lstStyle/>
        <a:p>
          <a:endParaRPr lang="en-IN"/>
        </a:p>
      </dgm:t>
    </dgm:pt>
    <dgm:pt modelId="{70DFCF60-230C-4F86-A54E-F07D46A111AB}" type="sibTrans" cxnId="{253224B8-C7CE-44E0-BF25-2F8538CC4106}">
      <dgm:prSet/>
      <dgm:spPr/>
      <dgm:t>
        <a:bodyPr/>
        <a:lstStyle/>
        <a:p>
          <a:endParaRPr lang="en-IN"/>
        </a:p>
      </dgm:t>
    </dgm:pt>
    <dgm:pt modelId="{40319B54-7633-4034-AAE0-3BED200A9216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gm:t>
    </dgm:pt>
    <dgm:pt modelId="{2AEFB7AA-D0FA-46CE-96B4-C5AD4933918D}" type="parTrans" cxnId="{941D4544-2F1C-4291-A34F-12A902D8CC6B}">
      <dgm:prSet/>
      <dgm:spPr/>
      <dgm:t>
        <a:bodyPr/>
        <a:lstStyle/>
        <a:p>
          <a:endParaRPr lang="en-IN"/>
        </a:p>
      </dgm:t>
    </dgm:pt>
    <dgm:pt modelId="{96781718-6211-48FD-A57B-CA83F2C12B5E}" type="sibTrans" cxnId="{941D4544-2F1C-4291-A34F-12A902D8CC6B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9BB94E7E-164E-40B0-89BA-78D1A18C5E42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AEBC43B1-33E0-40D6-B079-1088FE0E636F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362097B-16C0-4AAF-A122-DFB0A8D8E1B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DBFE617E-2233-42F4-BD3C-79B5CB052FE8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67D9808D-876F-444E-80F2-3515B3C8C664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1CA4398-2062-4A2B-BD5F-AE18FF5B052A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ScaleX="116287" custLinFactNeighborX="-8149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 custScaleX="115510" custLinFactNeighborX="-7696" custLinFactNeighborY="1141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ScaleX="121191" custLinFactNeighborX="-25350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 custScaleX="120015" custLinFactNeighborX="-25350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1AFAB02-8505-4478-9C70-50DCB006F876}" type="presOf" srcId="{D471E45F-B026-44AA-9616-57E786AE80AF}" destId="{A134CDD1-D85F-44EF-8BEE-9F99A855C1E6}" srcOrd="1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1A810D0E-4D94-4CBE-BFC6-CF7C0414CE12}" type="presOf" srcId="{5E92505A-51E0-4F78-B3C5-704ACF8710DE}" destId="{61CA4398-2062-4A2B-BD5F-AE18FF5B052A}" srcOrd="0" destOrd="0" presId="urn:microsoft.com/office/officeart/2011/layout/InterconnectedBlockProcess"/>
    <dgm:cxn modelId="{F476082B-8244-4CC3-A41E-D33558466F0A}" type="presOf" srcId="{40319B54-7633-4034-AAE0-3BED200A9216}" destId="{AEBC43B1-33E0-40D6-B079-1088FE0E636F}" srcOrd="1" destOrd="0" presId="urn:microsoft.com/office/officeart/2011/layout/InterconnectedBlockProcess"/>
    <dgm:cxn modelId="{CFAC4D43-8516-4A73-A6E3-159F7A5C8E66}" type="presOf" srcId="{9FED87C4-3F3B-4A18-9185-9F80CFEDEA2E}" destId="{06F8D57B-EDF4-4CF4-8700-DC2CA3E3028E}" srcOrd="1" destOrd="0" presId="urn:microsoft.com/office/officeart/2011/layout/InterconnectedBlockProcess"/>
    <dgm:cxn modelId="{BDC77E63-EEE3-4AFC-80F0-079166A3910A}" type="presOf" srcId="{65C051F6-A849-4495-A964-CD4C650B9C06}" destId="{9362097B-16C0-4AAF-A122-DFB0A8D8E1BE}" srcOrd="0" destOrd="0" presId="urn:microsoft.com/office/officeart/2011/layout/InterconnectedBlockProcess"/>
    <dgm:cxn modelId="{941D4544-2F1C-4291-A34F-12A902D8CC6B}" srcId="{65C051F6-A849-4495-A964-CD4C650B9C06}" destId="{40319B54-7633-4034-AAE0-3BED200A9216}" srcOrd="0" destOrd="0" parTransId="{2AEFB7AA-D0FA-46CE-96B4-C5AD4933918D}" sibTransId="{96781718-6211-48FD-A57B-CA83F2C12B5E}"/>
    <dgm:cxn modelId="{17FC5F66-31A0-494D-84CD-9ED9E7B03084}" type="presOf" srcId="{F2ADD6AD-8E86-44D1-9F68-BB119F1008F7}" destId="{FC0F1314-3294-4A8C-8DCE-EB53E236164C}" srcOrd="0" destOrd="0" presId="urn:microsoft.com/office/officeart/2011/layout/InterconnectedBlockProcess"/>
    <dgm:cxn modelId="{9FE56450-99D7-4286-A849-43AC56812DDE}" type="presOf" srcId="{73DB572E-062D-41AD-8033-D361B8E583DB}" destId="{2532504F-5FE1-4C97-B485-F05E8885EACC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8EDCEA7C-8882-4B7C-BBCD-9AE7A8BCF1D0}" type="presOf" srcId="{7B3055AA-BF7C-46D0-9A9E-60087B9F57B4}" destId="{00BB3360-A9BB-4051-A4B1-1216F82F642C}" srcOrd="0" destOrd="0" presId="urn:microsoft.com/office/officeart/2011/layout/InterconnectedBlockProcess"/>
    <dgm:cxn modelId="{3D834380-2831-409A-BCCB-777FECA269C1}" type="presOf" srcId="{F2ADD6AD-8E86-44D1-9F68-BB119F1008F7}" destId="{67D9808D-876F-444E-80F2-3515B3C8C664}" srcOrd="1" destOrd="0" presId="urn:microsoft.com/office/officeart/2011/layout/InterconnectedBlockProcess"/>
    <dgm:cxn modelId="{723FA190-9B1C-4BA7-9C81-54822181CA6D}" type="presOf" srcId="{A59EC69B-8F3F-425B-819F-E8C557946AEE}" destId="{4C66D42D-7E6D-4563-AFDC-369C30B73F70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5A04A7AB-6CDB-466B-A823-F84BEF154139}" type="presOf" srcId="{73DB572E-062D-41AD-8033-D361B8E583DB}" destId="{0D08ED52-6744-4369-B780-916B09984775}" srcOrd="0" destOrd="0" presId="urn:microsoft.com/office/officeart/2011/layout/InterconnectedBlockProcess"/>
    <dgm:cxn modelId="{253224B8-C7CE-44E0-BF25-2F8538CC4106}" srcId="{5E92505A-51E0-4F78-B3C5-704ACF8710DE}" destId="{F2ADD6AD-8E86-44D1-9F68-BB119F1008F7}" srcOrd="0" destOrd="0" parTransId="{838E851B-9BF0-439E-8829-BD88B08257C0}" sibTransId="{70DFCF60-230C-4F86-A54E-F07D46A111AB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45BD8-E30D-4367-B877-719609C222A6}" type="presOf" srcId="{9FED87C4-3F3B-4A18-9185-9F80CFEDEA2E}" destId="{6BCCFBA6-7A43-4631-AD7F-AFB10E1E6CD7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3D2BD7F2-4BE0-414D-85BA-F9CC5D94386D}" type="presOf" srcId="{40319B54-7633-4034-AAE0-3BED200A9216}" destId="{8CAE5A4D-0C7B-48A6-917B-0B8433D0574B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1C2806F9-A910-43C6-920D-2A461BC218CC}" type="presOf" srcId="{988D96B0-D16E-4763-B393-84178CF4FF50}" destId="{65257024-FAC0-4522-B139-1CC85B547BE8}" srcOrd="0" destOrd="0" presId="urn:microsoft.com/office/officeart/2011/layout/InterconnectedBlockProcess"/>
    <dgm:cxn modelId="{F32C21FB-CA3C-41C2-A862-969067ED6B2B}" type="presOf" srcId="{D471E45F-B026-44AA-9616-57E786AE80AF}" destId="{1C91D7E3-8940-4A33-9182-677DD5415901}" srcOrd="0" destOrd="0" presId="urn:microsoft.com/office/officeart/2011/layout/InterconnectedBlockProcess"/>
    <dgm:cxn modelId="{349E902F-55A6-4A78-8FE4-5091BA5531EF}" type="presParOf" srcId="{A6BCDA7B-D633-438F-B44D-CB4D60E5C492}" destId="{9BB94E7E-164E-40B0-89BA-78D1A18C5E42}" srcOrd="0" destOrd="0" presId="urn:microsoft.com/office/officeart/2011/layout/InterconnectedBlockProcess"/>
    <dgm:cxn modelId="{1CBD02FE-3983-42DF-A793-E1827ECFCD67}" type="presParOf" srcId="{9BB94E7E-164E-40B0-89BA-78D1A18C5E42}" destId="{8CAE5A4D-0C7B-48A6-917B-0B8433D0574B}" srcOrd="0" destOrd="0" presId="urn:microsoft.com/office/officeart/2011/layout/InterconnectedBlockProcess"/>
    <dgm:cxn modelId="{2696A18C-0D3E-4DD1-9671-F7643EF95A3F}" type="presParOf" srcId="{A6BCDA7B-D633-438F-B44D-CB4D60E5C492}" destId="{AEBC43B1-33E0-40D6-B079-1088FE0E636F}" srcOrd="1" destOrd="0" presId="urn:microsoft.com/office/officeart/2011/layout/InterconnectedBlockProcess"/>
    <dgm:cxn modelId="{AC6B4063-D174-4779-8681-E69A8FA5DFE3}" type="presParOf" srcId="{A6BCDA7B-D633-438F-B44D-CB4D60E5C492}" destId="{9362097B-16C0-4AAF-A122-DFB0A8D8E1BE}" srcOrd="2" destOrd="0" presId="urn:microsoft.com/office/officeart/2011/layout/InterconnectedBlockProcess"/>
    <dgm:cxn modelId="{804B75E2-371D-491B-B0BC-97530BA0FEA7}" type="presParOf" srcId="{A6BCDA7B-D633-438F-B44D-CB4D60E5C492}" destId="{DBFE617E-2233-42F4-BD3C-79B5CB052FE8}" srcOrd="3" destOrd="0" presId="urn:microsoft.com/office/officeart/2011/layout/InterconnectedBlockProcess"/>
    <dgm:cxn modelId="{CC22137A-2ACA-480B-B176-8322396FD087}" type="presParOf" srcId="{DBFE617E-2233-42F4-BD3C-79B5CB052FE8}" destId="{FC0F1314-3294-4A8C-8DCE-EB53E236164C}" srcOrd="0" destOrd="0" presId="urn:microsoft.com/office/officeart/2011/layout/InterconnectedBlockProcess"/>
    <dgm:cxn modelId="{46B089F8-ACF4-4C0A-85F6-54D0AB4C6B0F}" type="presParOf" srcId="{A6BCDA7B-D633-438F-B44D-CB4D60E5C492}" destId="{67D9808D-876F-444E-80F2-3515B3C8C664}" srcOrd="4" destOrd="0" presId="urn:microsoft.com/office/officeart/2011/layout/InterconnectedBlockProcess"/>
    <dgm:cxn modelId="{6FCE5CE6-97B0-4748-B05D-74C186D1825F}" type="presParOf" srcId="{A6BCDA7B-D633-438F-B44D-CB4D60E5C492}" destId="{61CA4398-2062-4A2B-BD5F-AE18FF5B052A}" srcOrd="5" destOrd="0" presId="urn:microsoft.com/office/officeart/2011/layout/InterconnectedBlockProcess"/>
    <dgm:cxn modelId="{67BEB047-04A3-45D3-8FA0-1A5E73D661FB}" type="presParOf" srcId="{A6BCDA7B-D633-438F-B44D-CB4D60E5C492}" destId="{96AFCF47-32CA-4C44-9E3C-782007B7112E}" srcOrd="6" destOrd="0" presId="urn:microsoft.com/office/officeart/2011/layout/InterconnectedBlockProcess"/>
    <dgm:cxn modelId="{450F237A-F21A-463B-9E2D-9962FFC3E485}" type="presParOf" srcId="{96AFCF47-32CA-4C44-9E3C-782007B7112E}" destId="{2532504F-5FE1-4C97-B485-F05E8885EACC}" srcOrd="0" destOrd="0" presId="urn:microsoft.com/office/officeart/2011/layout/InterconnectedBlockProcess"/>
    <dgm:cxn modelId="{D7A24DE8-B4F2-4998-8446-9BDAFBC97275}" type="presParOf" srcId="{A6BCDA7B-D633-438F-B44D-CB4D60E5C492}" destId="{0D08ED52-6744-4369-B780-916B09984775}" srcOrd="7" destOrd="0" presId="urn:microsoft.com/office/officeart/2011/layout/InterconnectedBlockProcess"/>
    <dgm:cxn modelId="{86F5F647-11D3-4A25-BA61-3BBE46F6B444}" type="presParOf" srcId="{A6BCDA7B-D633-438F-B44D-CB4D60E5C492}" destId="{4C66D42D-7E6D-4563-AFDC-369C30B73F70}" srcOrd="8" destOrd="0" presId="urn:microsoft.com/office/officeart/2011/layout/InterconnectedBlockProcess"/>
    <dgm:cxn modelId="{523C1458-61A9-4513-83D2-E7B4A3BEDA3F}" type="presParOf" srcId="{A6BCDA7B-D633-438F-B44D-CB4D60E5C492}" destId="{C1269CE6-C767-48CC-AAFD-A238D1FFDABA}" srcOrd="9" destOrd="0" presId="urn:microsoft.com/office/officeart/2011/layout/InterconnectedBlockProcess"/>
    <dgm:cxn modelId="{10BF2D1A-E095-4FEA-95A8-58C7D45192C9}" type="presParOf" srcId="{C1269CE6-C767-48CC-AAFD-A238D1FFDABA}" destId="{06F8D57B-EDF4-4CF4-8700-DC2CA3E3028E}" srcOrd="0" destOrd="0" presId="urn:microsoft.com/office/officeart/2011/layout/InterconnectedBlockProcess"/>
    <dgm:cxn modelId="{D7175424-9F71-4A83-9DB6-62A4D7CFB6AB}" type="presParOf" srcId="{A6BCDA7B-D633-438F-B44D-CB4D60E5C492}" destId="{6BCCFBA6-7A43-4631-AD7F-AFB10E1E6CD7}" srcOrd="10" destOrd="0" presId="urn:microsoft.com/office/officeart/2011/layout/InterconnectedBlockProcess"/>
    <dgm:cxn modelId="{E9829199-C6D3-4758-86B3-F1D4C9E2EF60}" type="presParOf" srcId="{A6BCDA7B-D633-438F-B44D-CB4D60E5C492}" destId="{00BB3360-A9BB-4051-A4B1-1216F82F642C}" srcOrd="11" destOrd="0" presId="urn:microsoft.com/office/officeart/2011/layout/InterconnectedBlockProcess"/>
    <dgm:cxn modelId="{77967C05-EBAA-40ED-A157-C43AEBC66B6F}" type="presParOf" srcId="{A6BCDA7B-D633-438F-B44D-CB4D60E5C492}" destId="{7305DF14-0FF5-45E4-8B19-015814092DBD}" srcOrd="12" destOrd="0" presId="urn:microsoft.com/office/officeart/2011/layout/InterconnectedBlockProcess"/>
    <dgm:cxn modelId="{8E768688-7C2E-4856-A736-4DFCDBA38540}" type="presParOf" srcId="{7305DF14-0FF5-45E4-8B19-015814092DBD}" destId="{A134CDD1-D85F-44EF-8BEE-9F99A855C1E6}" srcOrd="0" destOrd="0" presId="urn:microsoft.com/office/officeart/2011/layout/InterconnectedBlockProcess"/>
    <dgm:cxn modelId="{F470BE17-2F43-42DE-83FC-5BA3AB8E0EA4}" type="presParOf" srcId="{A6BCDA7B-D633-438F-B44D-CB4D60E5C492}" destId="{1C91D7E3-8940-4A33-9182-677DD5415901}" srcOrd="13" destOrd="0" presId="urn:microsoft.com/office/officeart/2011/layout/InterconnectedBlockProcess"/>
    <dgm:cxn modelId="{3BB16F9F-AE9F-498E-BCD8-EA077CD2F1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41406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sp:txBody>
      <dsp:txXfrm>
        <a:off x="7403672" y="811639"/>
        <a:ext cx="1116055" cy="3246556"/>
      </dsp:txXfrm>
    </dsp:sp>
    <dsp:sp modelId="{9362097B-16C0-4AAF-A122-DFB0A8D8E1BE}">
      <dsp:nvSpPr>
        <dsp:cNvPr id="0" name=""/>
        <dsp:cNvSpPr/>
      </dsp:nvSpPr>
      <dsp:spPr>
        <a:xfrm>
          <a:off x="7241406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241406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966279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sp:txBody>
      <dsp:txXfrm>
        <a:off x="6128545" y="811639"/>
        <a:ext cx="1116055" cy="3043646"/>
      </dsp:txXfrm>
    </dsp:sp>
    <dsp:sp modelId="{61CA4398-2062-4A2B-BD5F-AE18FF5B052A}">
      <dsp:nvSpPr>
        <dsp:cNvPr id="0" name=""/>
        <dsp:cNvSpPr/>
      </dsp:nvSpPr>
      <dsp:spPr>
        <a:xfrm>
          <a:off x="5966279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966279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87958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Authorization and Logging expected to be completed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Begin work on next project: Fraud and Risk Management System</a:t>
          </a:r>
        </a:p>
      </dsp:txBody>
      <dsp:txXfrm>
        <a:off x="4850224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87958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87958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201367" y="811639"/>
          <a:ext cx="1486521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Code migration and Database setup on Server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Creation of system services on server for 24/7 runtime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API Endpoints creation with Frontend Development</a:t>
          </a:r>
        </a:p>
      </dsp:txBody>
      <dsp:txXfrm>
        <a:off x="3390061" y="811639"/>
        <a:ext cx="1297827" cy="2637826"/>
      </dsp:txXfrm>
    </dsp:sp>
    <dsp:sp modelId="{00BB3360-A9BB-4051-A4B1-1216F82F642C}">
      <dsp:nvSpPr>
        <dsp:cNvPr id="0" name=""/>
        <dsp:cNvSpPr/>
      </dsp:nvSpPr>
      <dsp:spPr>
        <a:xfrm>
          <a:off x="3212124" y="310152"/>
          <a:ext cx="1476588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212124" y="310152"/>
        <a:ext cx="1476588" cy="507274"/>
      </dsp:txXfrm>
    </dsp:sp>
    <dsp:sp modelId="{A134CDD1-D85F-44EF-8BEE-9F99A855C1E6}">
      <dsp:nvSpPr>
        <dsp:cNvPr id="0" name=""/>
        <dsp:cNvSpPr/>
      </dsp:nvSpPr>
      <dsp:spPr>
        <a:xfrm>
          <a:off x="1671818" y="811639"/>
          <a:ext cx="1549209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Sanctions Screening Engine Developed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Sync and System Health Monitoring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 setup and Technology Stack finalization.</a:t>
          </a:r>
        </a:p>
      </dsp:txBody>
      <dsp:txXfrm>
        <a:off x="1868469" y="811639"/>
        <a:ext cx="1352558" cy="2434917"/>
      </dsp:txXfrm>
    </dsp:sp>
    <dsp:sp modelId="{65257024-FAC0-4522-B139-1CC85B547BE8}">
      <dsp:nvSpPr>
        <dsp:cNvPr id="0" name=""/>
        <dsp:cNvSpPr/>
      </dsp:nvSpPr>
      <dsp:spPr>
        <a:xfrm>
          <a:off x="1679334" y="405819"/>
          <a:ext cx="1534176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679334" y="405819"/>
        <a:ext cx="1534176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02/02/2026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663520" y="1977104"/>
            <a:ext cx="320414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Computer Science and Engineering 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Building a Secure FinTech Anti-Money Laundering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816737"/>
              </p:ext>
            </p:extLst>
          </p:nvPr>
        </p:nvGraphicFramePr>
        <p:xfrm>
          <a:off x="1324337" y="1996202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Jahnu Tanai Kumar Hindupur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technology company specializing in tailored software, robust hardware, and strategic consultancy.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 Innovation, Seamless Integration, and Client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Empowering businesses in the digital era with end-to-end financial transaction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82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6D74-5368-6C8B-4055-2FC295D2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7590-2211-480D-E1E9-9D901943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FFB5-08EB-82C7-6BFD-09B2426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Software Products: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EFT Switch: Connects diverse payment channels (ATM, POS, Mobile) with PCI-DSS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Management System (CMS): Supports major interchanges like VISA, Mastercard,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 &amp; Merchant Portal: Digital payment platforms and management gateways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3D7E-F4AE-8881-6719-63F4E73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D0DF-5532-0DC6-608A-503F936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EC14-13C8-35A7-9E1F-F4E1FB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239C-86B1-9C6B-75B6-6CA2AD0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Services: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ATMs, Recyclers, POS terminals, Kiosks, and HSMs.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Services: Custom Software Development, Resource Augmentation, and Strategic Advisory.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1429-A2FE-2931-AFC2-4600B9CF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59" y="1399903"/>
            <a:ext cx="11574682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Technology (FinTech) &amp; Regulatory Compliance.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(AML) and Sanctions Screening.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Critical for financial institutions to prevent illicit activities and ensure compliance with international regulators like OFAC and the UN.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Technology Stack: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(Flask) with a microservices-inspired architecture.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Management: PostgreSQL for relational data and Elasticsearch for high-performance fuzzy matching.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development environment focusing on data engineering and API integration.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Integration: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Windows environment using VS Code and Python virtual environments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Linux (Ubuntu) GPU server accessed via PuTTY and WinSCP for file synchronization.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updates to the Reporting Manager regarding pipeline status and API endpoint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Parity: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file transfers and consistency between local Windows development and the remote Ubuntu server.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Heterogeneity: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varied data formats (XML, JSON, CSV) from international sources like the EU and BIS into a unified schema.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Optimization: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thresholds in Elasticsearch to balance "fuzzy" matching accuracy with performance.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Connectivity: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stable sessions during long-running data indexing tasks on the remote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Screening: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RESTful API endpoints for instant name screening against global watchlists.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multi-stage pipeline to monitor, download, and normalize external sanctions data.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Monitoring: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scheduling system to periodically re-screen entities for changes in risk status.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Readiness: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comprehensive logs and source state tracking for compliance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Standards: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Researching OFAC, UN, and EU regulatory requirements for sanctions screening.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 Algorithms: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Comparative study of string similarity metrics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Phonetic matching) for name resolution.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 Architecture: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Reviewing Elasticsearch's inverted index and alias management for zero-downtime updates.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API Design: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Studying RESTful patterns and CORS security for financial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9816296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Python-based microservices framework with a dedicated data processing pipeline.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Normalizers: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scripts for OFAC, UN,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OpenSanctions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Engine: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Elasticsearch-powered search with configurable similarity scores.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Service: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tasks for recurring compliance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Issue: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face massive volumes of data and sophisticated money-laundering tactics, making manual screening impossible.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suffer from high false-positive rates or slow update cycles for international watchlists.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scalable, automated system that provides real-time, accurate screening with minimal latency.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0614949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3.8+, Ubuntu Linux, PostgreSQL 12+, Elasticsearch 7.x.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Postman (API testing), pgAdmin4 (DB management), PuTTY, WinSCP.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 (8GB+ recommended for indexing).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network connectivity for remote data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Coverage: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data from UN, US (OFAC/BIS), EU,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OpenSanctions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index aliasing for hot-swapping data without system downtime.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fuzzy matching handles aliases, typos, and different entity types.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Microservices-ready design allows independent scaling of the API and data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92911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9636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7024</TotalTime>
  <Words>1001</Words>
  <Application>Microsoft Office PowerPoint</Application>
  <PresentationFormat>Widescreen</PresentationFormat>
  <Paragraphs>136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Innovitegra Solutions</vt:lpstr>
      <vt:lpstr>About Innovitegra Solutions</vt:lpstr>
      <vt:lpstr>About Innovitegra Solutions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Jahnu Hindupur</cp:lastModifiedBy>
  <cp:revision>718</cp:revision>
  <dcterms:created xsi:type="dcterms:W3CDTF">2022-10-14T07:18:17Z</dcterms:created>
  <dcterms:modified xsi:type="dcterms:W3CDTF">2026-02-02T08:30:10Z</dcterms:modified>
</cp:coreProperties>
</file>