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6" r:id="rId2"/>
    <p:sldId id="281" r:id="rId3"/>
    <p:sldId id="277" r:id="rId4"/>
    <p:sldId id="278" r:id="rId5"/>
    <p:sldId id="279" r:id="rId6"/>
    <p:sldId id="284" r:id="rId7"/>
    <p:sldId id="263" r:id="rId8"/>
    <p:sldId id="264" r:id="rId9"/>
    <p:sldId id="265" r:id="rId10"/>
    <p:sldId id="271" r:id="rId11"/>
    <p:sldId id="272" r:id="rId12"/>
    <p:sldId id="273" r:id="rId13"/>
    <p:sldId id="274" r:id="rId14"/>
    <p:sldId id="275" r:id="rId15"/>
    <p:sldId id="282" r:id="rId16"/>
    <p:sldId id="283" r:id="rId17"/>
    <p:sldId id="285" r:id="rId18"/>
    <p:sldId id="286" r:id="rId19"/>
    <p:sldId id="267" r:id="rId20"/>
    <p:sldId id="268" r:id="rId21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7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22/04/2026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hnuH/FRMS" TargetMode="External"/><Relationship Id="rId2" Type="http://schemas.openxmlformats.org/officeDocument/2006/relationships/hyperlink" Target="https://github.com/JahnuH/A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INNOVITEGRADEV/PayseypayPos" TargetMode="External"/><Relationship Id="rId4" Type="http://schemas.openxmlformats.org/officeDocument/2006/relationships/hyperlink" Target="https://github.com/INNOVITEGRADEV/PayseyEpurseMapp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7663520" y="1977104"/>
            <a:ext cx="3204143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Suma N 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 Tech Computer Science and Engineering (AI&amp;ML)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Zafar Ali Khan N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Anandan Bellie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Geetha Arjunan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Review-5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Building a Secure FinTech Anti-Money Laundering Solution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816737"/>
              </p:ext>
            </p:extLst>
          </p:nvPr>
        </p:nvGraphicFramePr>
        <p:xfrm>
          <a:off x="1324337" y="1996202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Jahnu Tanai Kumar Hindupur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20221CAI0012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8CAI02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830178"/>
            <a:ext cx="10668000" cy="4981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782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leading technology company specializing in tailored software, robust hardware, and strategic consultancy.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Principles: Innovation, Seamless Integration, and Client Satisfaction.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Market: Empowering businesses in the digital era with end-to-end financial transaction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1825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76D74-5368-6C8B-4055-2FC295D20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7590-2211-480D-E1E9-9D9019437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EFFB5-08EB-82C7-6BFD-09B24261D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Software Products: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EFT Switch: Connects diverse payment channels (ATM, POS, Mobile) with PCI-DSS security.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Management System (CMS): Supports major interchanges like VISA, Mastercard,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RuPay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Wallet &amp; Merchant Portal: Digital payment platforms and management gateways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43D7E-F4AE-8881-6719-63F4E731A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976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9D0DF-5532-0DC6-608A-503F93600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6EC14-13C8-35A7-9E1F-F4E1FBC7B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F239C-86B1-9C6B-75B6-6CA2AD01C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Services: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 ATMs, POS terminals, Kiosks, etc.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Services: Custom Software Development, Resource Augmentation, and Strategic Advisory.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11429-A2FE-2931-AFC2-4600B9CF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4941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72B37-E549-EE76-5F84-8C797F894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A1D7-A9EB-51CB-1489-4F87FA08E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2E3C3-2F2A-3BFA-4AE6-C58E69ED7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659" y="1399903"/>
            <a:ext cx="11574682" cy="4058194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Financial Technology (FinTech), Regulatory Compliance &amp; Mobile Payments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Focus Areas: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Anti-Money Laundering (AML) &amp; Sanctions Screening, Fraud &amp; Risk Intelligence using AI/ML, Mobile Application UI Modernization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&amp; Data Stack: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(Flask) - REST API development, PostgreSQL - Relational database, Elasticsearch - High-performance fuzzy search &amp; indexing,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ClickHouse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Large-scale transaction data ingestion (FRMS)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Deployment: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(Ubuntu) server deployment, Nginx, DNS configuration &amp; SSL (HTTPS), JWT Authentication &amp; API Key protection, System services for 24/7 runtime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Platforms: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(branching &amp; collaboration), Cisco Secure Client VPN, Remote Desktop, Duo MFA, Postman,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pgAdmin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PuTTY, WinSCP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Development: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 (Dart) - Consumer app UI, Android Studio (XML/Java) - Merchant POS UI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31EC2-4764-1856-F42F-2ABC8B1B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6131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57930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Structure: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in a collaborative FinTech product development team.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reporting and progress updates to Reporting Manager.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Workflow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development on Windows using VS Code &amp; virtual environments.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development and deployment on Linux servers.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Cross-Team Collaboration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Coordinated with: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Backend/API developers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DevOps &amp; infrastructure team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development team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Exposure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with client production servers using: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Cisco Secure Client VPN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Desktop access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Duo multi-factor authentication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51441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Deployment Challenges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Migrating AML system from test server to client production environment.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secure enterprise access and remote infrastructure.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Implementation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JWT authentication and API key security without breaking existing APIs.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logging and audit trails for compliance.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Without Labels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fraud intelligence models without labelled fraud data.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evaluation strategies using unsupervised learning.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On-the-Job Mobile Development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Flutter and Android UI development from scratch.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UI while ensuring backend compatibility.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on Multiple Projects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between backend, AI/ML and mobile UI tasks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84367"/>
            <a:ext cx="11007705" cy="4058194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Internship Objectives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deploy a production-ready AML screening system.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secure, scalable API infrastructure.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self-learning Fraud &amp; Risk Management System using AI/ML.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 to real production mobile applications.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hands-on experience with enterprise deployment and collaboration.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4689" y="1184367"/>
            <a:ext cx="10339111" cy="452031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AML &amp; Regulatory Standards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global sanctions frameworks and compliance requirements: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OFAC, UN, EU watchlists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audit trails and traceability in financial systems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best practices for secure REST APIs in FinTech.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Fuzzy Matching &amp; Search Systems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string similarity techniques for name screening: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Levenstein distance and phonetic matching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Elasticsearch indexing and search optimization for large datasets.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using AI/ML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unsupervised learning approaches due to lack of labeled fraud data: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profiling and anomaly detection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of shadow-mode risk scoring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how AI complements existing rule-based fraud systems.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UI/UX &amp; Modern App Design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principles of implementing Figma designs in real applications.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Flutter and Android UI architecture for production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6990" y="1184366"/>
            <a:ext cx="9657505" cy="455570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AML Screening Platform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sanctions data pipeline.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screening APIs using Elasticsearch.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production deployment with HTTPS, JWT &amp; logging.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&amp; Risk Management System (FRMS)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Self-learning AI layer supporting rule-based system.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Behavioural profiling and anomaly detection.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transaction decision API (ALLOW / STEP_UP / DECLINE).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UI Modernization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Flutter app UI updates from Figma.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Merchant POS Android app UI redesign (ongoing).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&amp; Enterprise Deployment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Migrated system to client production server.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authentication, logging and 24/7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8790" y="1184366"/>
            <a:ext cx="10345010" cy="4667793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institutions must continuously monitor transactions and customers to prevent money laundering and fraud while meeting strict regulatory requirements.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screening is impossible due to massive data volume.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fraud systems struggle to adapt to evolving fraud patterns.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must be secure, scalable and always available.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applications require modern UI while maintaining backend stability.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secure, scalable and intelligent solutions that enable: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AML screening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fraud risk intelligence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production deployment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Modernized user and merchant mobile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8790" y="1184367"/>
            <a:ext cx="10444358" cy="450851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3.8+, Flask (Backend API development)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PostgreSQL, Elasticsearch,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ClickHouse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(Data storage &amp; analytics)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(Ubuntu) server environment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 for version control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 SDK and Android Studio for mobile UI development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pgAdmin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PuTTY, WinSCP for testing and deployment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Infrastructure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Linux servers for deployment and production hosting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enterprise access (VPN, MFA, Remote Desktop)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internet connectivity for data ingestion and API services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Development Setup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Android device for testing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Merchant test cards for POS app 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4186" y="1184366"/>
            <a:ext cx="10309614" cy="463239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Compliance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APIs with HTTPS, JWT authentication and API key protection.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 and audit trails for regulatory compliance.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&amp; Reliability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24/7 production deployment on client server.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 supporting future expansion.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Risk Detection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AML screening.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fraud intelligence to complement rule-based systems.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effort and faster decision making.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Modernized consumer and merchant mobile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2386" y="1184367"/>
            <a:ext cx="10321413" cy="46029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Architecture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Microservices-inspired architecture using Python (Flask).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APIs for AML screening and fraud decision services.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services for data ingestion and monitoring.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&amp; Intelligence Layer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for relational data storage.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 for fast fuzzy search and screening.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ClickHouse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large-scale transaction data processing (FRMS).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models for anomaly detection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profiling.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Deployment Layer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Nginx, DNS and SSL for secure HTTPS endpoints.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 and API key protection.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system services for 24/7 uptime.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Applications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Flutter app (UI modernization).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Merchant POS Android app (UI redesign in progress).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8649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2890" y="1013286"/>
            <a:ext cx="10350910" cy="482707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AML System - Fully Implemented &amp; Deployed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sanctions data ingestion and screening pipeline.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REST API endpoints for real-time screening.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Migrated system to test server and later to client production server.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Linux system services for 24/7 runtime.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public HTTPS endpoints with DNS and SSL.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JWT authentication, API key security and endpoint logging.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&amp; Risk Management System (FRMS)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data ingestion, feature engineering and model training pipeline.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unsupervised models for anomaly detection.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live transaction decision API.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 awaiting real transaction data for further enhancement.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UI 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assigned UI screens in Flutter consumer app.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Ongoing Merchant POS Android app UI redesign.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55A17-E7FB-DFE1-1462-EA75EDAE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913A9-CAE5-51F4-3141-41C59C533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649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EDF1B-03AD-793B-778D-E479A85D3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890" y="1013286"/>
            <a:ext cx="10350910" cy="4827077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Screening Accuracy: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exact, partial, and alias matching to ensure correct identification of entities.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&amp; Error Handling: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API inputs to confirm proper validation and meaningful error responses.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response time and system efficiency under multiple request scenarios.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Verification: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audit logging, traceability, and adherence to AML regulatory requirements.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Reliability: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Confirmed smooth execution of the complete screening pipeline across all test cases.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4632C-6F69-FCCD-A145-BAD334D5D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9140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D4B4B-DDEC-E9A2-1CBE-A167B4A53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529CC-7DA6-E23C-4DD6-3C220989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649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3737D-1050-524A-D9BD-5A2BA43C6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890" y="1013286"/>
            <a:ext cx="10350910" cy="4827077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AML System Developed: Built a pipeline-driven backend for automated sanctions screening.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&amp; Accurate Processing: Unified multi-source data and applied hybrid matching for better accuracy.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Performance: Achieved consistent results with a modular and scalable architecture.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Learning Outcome: Gained practical experience in backend development and financial compliance systems.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 Add JWT security, ML-based matching, real-time system integration, and monitoring dashboards.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F0FDE-59FA-2A6D-CF97-8B6FEEEF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9918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49" y="117928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AML Project: </a:t>
            </a:r>
            <a:r>
              <a:rPr lang="en-US" dirty="0">
                <a:hlinkClick r:id="rId2"/>
              </a:rPr>
              <a:t>https://github.com/JahnuH/AML</a:t>
            </a:r>
            <a:endParaRPr lang="en-US" dirty="0"/>
          </a:p>
          <a:p>
            <a:endParaRPr lang="en-US" dirty="0"/>
          </a:p>
          <a:p>
            <a:r>
              <a:rPr lang="en-US" dirty="0"/>
              <a:t>FRMS Project: </a:t>
            </a:r>
            <a:r>
              <a:rPr lang="en-US" dirty="0">
                <a:hlinkClick r:id="rId3"/>
              </a:rPr>
              <a:t>https://github.com/JahnuH/FRMS</a:t>
            </a:r>
            <a:endParaRPr lang="en-US" dirty="0"/>
          </a:p>
          <a:p>
            <a:endParaRPr lang="en-US" dirty="0"/>
          </a:p>
          <a:p>
            <a:r>
              <a:rPr lang="en-US" dirty="0"/>
              <a:t>Flutter Consumer App: </a:t>
            </a:r>
            <a:r>
              <a:rPr lang="en-US" dirty="0">
                <a:hlinkClick r:id="rId4"/>
              </a:rPr>
              <a:t>https://github.com/INNOVITEGRADEV/PayseyEpurseMapp</a:t>
            </a:r>
            <a:endParaRPr lang="en-US" dirty="0"/>
          </a:p>
          <a:p>
            <a:endParaRPr lang="en-US" dirty="0"/>
          </a:p>
          <a:p>
            <a:r>
              <a:rPr lang="en-US" dirty="0"/>
              <a:t>Merchant POS App: </a:t>
            </a:r>
            <a:r>
              <a:rPr lang="en-US" dirty="0">
                <a:hlinkClick r:id="rId5"/>
              </a:rPr>
              <a:t>https://github.com/INNOVITEGRADEV/PayseypayPos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20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7105</TotalTime>
  <Words>1669</Words>
  <Application>Microsoft Office PowerPoint</Application>
  <PresentationFormat>Widescreen</PresentationFormat>
  <Paragraphs>244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Innovitegra Solutions</vt:lpstr>
      <vt:lpstr>About Innovitegra Solutions</vt:lpstr>
      <vt:lpstr>About Innovitegra Solutions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</vt:lpstr>
      <vt:lpstr>System Testing</vt:lpstr>
      <vt:lpstr>Conclusion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Jahnu Hindupur</cp:lastModifiedBy>
  <cp:revision>725</cp:revision>
  <dcterms:created xsi:type="dcterms:W3CDTF">2022-10-14T07:18:17Z</dcterms:created>
  <dcterms:modified xsi:type="dcterms:W3CDTF">2026-04-22T14:39:15Z</dcterms:modified>
</cp:coreProperties>
</file>